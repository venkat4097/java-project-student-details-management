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Poppins Light" panose="020B0502040204020203" pitchFamily="2" charset="0"/>
      <p:regular r:id="rId13"/>
    </p:embeddedFont>
    <p:embeddedFont>
      <p:font typeface="Roboto Light" panose="020F0502020204030204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4453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3687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Enhanced Marks Management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39459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This project develops a user-friendly desktop app for managing student marks. It targets teachers, school admins, and staff.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37554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Palla Durga Prasad - AP22110011422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99360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Merugu Jagan Venkat - AP22110011396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61165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Gorripati Hemanth - AP22110011383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622970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Yerukala Shashi Kanth - AP22110011380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0737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1956316"/>
            <a:ext cx="3664863" cy="2932390"/>
          </a:xfrm>
          <a:prstGeom prst="roundRect">
            <a:avLst>
              <a:gd name="adj" fmla="val 324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21907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Core Features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2681168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Search, add, update, delete student records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8224" y="3486269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Export results to CSV files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28224" y="3928467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Sort and rank students by total marks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685467" y="1956316"/>
            <a:ext cx="3664863" cy="2932390"/>
          </a:xfrm>
          <a:prstGeom prst="roundRect">
            <a:avLst>
              <a:gd name="adj" fmla="val 324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19901" y="21907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Target Users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919901" y="2681168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Teachers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919901" y="3123367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School Administrators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919901" y="3565565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Academic Staff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93790" y="5115520"/>
            <a:ext cx="7556421" cy="2206585"/>
          </a:xfrm>
          <a:prstGeom prst="roundRect">
            <a:avLst>
              <a:gd name="adj" fmla="val 431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28224" y="53499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028224" y="584037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Java with Swing for UI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1028224" y="6282571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Oracle Database backend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1028224" y="6724769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JDBC connectivity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System Design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Frontend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Java Swing GUI using JFrame, JTabbedPane, JTable components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Backend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00406" y="4396859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Oracle Database stores student and marks data securely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07022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Interaction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07022" y="4396859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JDBC enables robust communication between UI and database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013638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Architecture Pattern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3638" y="4396859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MVC pattern: Model (StudentRecord), View (GUI), Controller (Events)</a:t>
            </a:r>
            <a:endParaRPr lang="en-US" sz="17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475889F-7017-0C5C-0BB0-832D2CB09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8160" y="7724705"/>
            <a:ext cx="2191056" cy="5048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5379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Database Structure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802731"/>
            <a:ext cx="7556421" cy="2692003"/>
          </a:xfrm>
          <a:prstGeom prst="roundRect">
            <a:avLst>
              <a:gd name="adj" fmla="val 3539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1410" y="2810351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28224" y="2954060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Table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02624" y="2954060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Fields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801410" y="3460671"/>
            <a:ext cx="75411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28224" y="3604379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Students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02624" y="3604379"/>
            <a:ext cx="3313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student_id (PK), roll_number, name, class_name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801410" y="4473893"/>
            <a:ext cx="75411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28224" y="4617601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Marks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02624" y="4617601"/>
            <a:ext cx="3313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mark_id (PK), student_id (FK), subject, marks_obtained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93790" y="574988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Auto-increment sequences handle IDs. One student has multiple subject marks.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601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GUI Design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359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Tab 1: Search &amp; 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1705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Contains search fields and JTable showing results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151392" y="3408206"/>
            <a:ext cx="32593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Tab 2: Add/Edit Student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01705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Form layout for entering student details and marks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4359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Features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01705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Responsive design using GridBagLayout and GridLayout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872067" y="482215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Status bar for real-time feedback to users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872067" y="5627251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Nimbus look and feel for modern UI</a:t>
            </a:r>
            <a:endParaRPr lang="en-US" sz="17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6F2084A-A52A-5E19-A7B0-276E72012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2102" y="7724705"/>
            <a:ext cx="2191056" cy="5048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3310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Key Features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33719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30906" y="23371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Search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2827615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Filter by roll number, name, class, subject, or marks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367248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30906" y="36724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Add/Edit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30906" y="4162901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Insert or update student details plus marks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00776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30906" y="50077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Delete &amp; Sort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5498187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Remove records; rank students by total marks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3790" y="634305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30906" y="63430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Export &amp; Validation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833473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Save filtered results as CSV; validate inputs (0–100 marks)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2832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Code Highlights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13241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65260" y="317492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3132415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Database Operations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3977164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JDBC with PreparedStatement for secure SQL execution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313241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56937" y="317492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08983" y="31324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Event Handling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08983" y="3622834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ActionListeners for buttons, ListSelectionListener for table rows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54783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65260" y="559034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55478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 Processing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6038255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StudentRecord class encapsulates data and sorting logic</a:t>
            </a:r>
            <a:endParaRPr lang="en-US" sz="17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CC6DB99-E123-088E-6E14-B67D51016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6600" y="7625988"/>
            <a:ext cx="2191056" cy="5048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49655"/>
            <a:ext cx="711505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Development Challenges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098596"/>
            <a:ext cx="7556421" cy="5081349"/>
          </a:xfrm>
          <a:prstGeom prst="roundRect">
            <a:avLst>
              <a:gd name="adj" fmla="val 187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87810" y="2106216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514624" y="2249924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Challenge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89024" y="2249924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Solution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7810" y="2756535"/>
            <a:ext cx="75411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514624" y="2900243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Flexible SQL query building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289024" y="2900243"/>
            <a:ext cx="3313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 StringBuilder with parameterized queries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287810" y="3769757"/>
            <a:ext cx="75411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514624" y="3913465"/>
            <a:ext cx="3313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Database transaction management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289024" y="3913465"/>
            <a:ext cx="3313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Implement commit control with setAutoCommit(false)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6287810" y="4782979"/>
            <a:ext cx="75411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514624" y="4926687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Ranking with tied scores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10289024" y="4926687"/>
            <a:ext cx="3313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Custom ranking algorithm in processResults()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6287810" y="5796201"/>
            <a:ext cx="7541181" cy="137612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514624" y="5939909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Responsive UI layout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10289024" y="5939909"/>
            <a:ext cx="3313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Leverage GridBagLayout for flexible component arrangements</a:t>
            </a:r>
            <a:endParaRPr lang="en-US" sz="17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4DABFEA-C4DD-A8DB-48C8-2DBDCF36E8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9344" y="7724705"/>
            <a:ext cx="2191056" cy="5048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7458" y="486966"/>
            <a:ext cx="5213628" cy="55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Potential Improvements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58" y="1391126"/>
            <a:ext cx="882134" cy="10585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64149" y="1567458"/>
            <a:ext cx="3019187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Multiple Academic Sessions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764149" y="1948934"/>
            <a:ext cx="12248793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Support marks management across different school years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458" y="2449711"/>
            <a:ext cx="882134" cy="10585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64149" y="2626043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User Authentication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764149" y="3007519"/>
            <a:ext cx="12248793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Role-based access to secure data and features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458" y="3508296"/>
            <a:ext cx="882134" cy="10585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64149" y="3684627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Graphical Reports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1764149" y="4066103"/>
            <a:ext cx="12248793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Interactive charts for marks distribution and analysis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458" y="4566880"/>
            <a:ext cx="882134" cy="105858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764149" y="4743212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Bulk CSV Import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1764149" y="5124688"/>
            <a:ext cx="12248793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Efficient student data import from external files</a:t>
            </a:r>
            <a:endParaRPr lang="en-US" sz="13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458" y="5625465"/>
            <a:ext cx="882134" cy="105858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764149" y="5801797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Web Application</a:t>
            </a:r>
            <a:endParaRPr lang="en-US" sz="1700" dirty="0"/>
          </a:p>
        </p:txBody>
      </p:sp>
      <p:sp>
        <p:nvSpPr>
          <p:cNvPr id="17" name="Text 10"/>
          <p:cNvSpPr/>
          <p:nvPr/>
        </p:nvSpPr>
        <p:spPr>
          <a:xfrm>
            <a:off x="1764149" y="6183273"/>
            <a:ext cx="12248793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Move to Java Spring for web-based access</a:t>
            </a:r>
            <a:endParaRPr lang="en-US" sz="13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458" y="6684050"/>
            <a:ext cx="882134" cy="105858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764149" y="6860381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Email Notifications</a:t>
            </a:r>
            <a:endParaRPr lang="en-US" sz="1700" dirty="0"/>
          </a:p>
        </p:txBody>
      </p:sp>
      <p:sp>
        <p:nvSpPr>
          <p:cNvPr id="20" name="Text 12"/>
          <p:cNvSpPr/>
          <p:nvPr/>
        </p:nvSpPr>
        <p:spPr>
          <a:xfrm>
            <a:off x="1764149" y="7241858"/>
            <a:ext cx="12248793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Automatic alerts on result updates and deadlines</a:t>
            </a:r>
            <a:endParaRPr lang="en-US" sz="13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B1EF4E4-E399-EE09-D157-2913A04291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39344" y="7724705"/>
            <a:ext cx="2191056" cy="5048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58610"/>
            <a:ext cx="58704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Summary and Demo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56270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30906" y="25627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Project Recap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305312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User-friendly tool managing student marks with powerful features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389798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30906" y="38979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Key Learnings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30906" y="438840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Java Swing UI development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530906" y="483060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JDBC database connectivity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530906" y="5272802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SQL query optimization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611766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530906" y="61176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Demo Highlights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530906" y="660808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Showcase search, add, edit, and export functionalities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471</Words>
  <Application>Microsoft Office PowerPoint</Application>
  <PresentationFormat>Custom</PresentationFormat>
  <Paragraphs>107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Roboto Light</vt:lpstr>
      <vt:lpstr>Arial</vt:lpstr>
      <vt:lpstr>Poppins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cameraman rambabu</cp:lastModifiedBy>
  <cp:revision>2</cp:revision>
  <dcterms:created xsi:type="dcterms:W3CDTF">2025-04-27T16:20:46Z</dcterms:created>
  <dcterms:modified xsi:type="dcterms:W3CDTF">2025-04-27T16:25:15Z</dcterms:modified>
</cp:coreProperties>
</file>